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0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24" r:id="rId100"/>
    <p:sldId id="325" r:id="rId101"/>
    <p:sldId id="326" r:id="rId102"/>
    <p:sldId id="327" r:id="rId103"/>
    <p:sldId id="371" r:id="rId104"/>
    <p:sldId id="328" r:id="rId105"/>
    <p:sldId id="369" r:id="rId106"/>
    <p:sldId id="370" r:id="rId107"/>
    <p:sldId id="329" r:id="rId108"/>
    <p:sldId id="330" r:id="rId109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556"/>
    <a:srgbClr val="FFA7C0"/>
    <a:srgbClr val="FF6966"/>
    <a:srgbClr val="F0CEFF"/>
    <a:srgbClr val="D4A5FF"/>
    <a:srgbClr val="B4C9FF"/>
    <a:srgbClr val="8EB4E3"/>
    <a:srgbClr val="9CC9B4"/>
    <a:srgbClr val="FFEECB"/>
    <a:srgbClr val="FFC8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/>
    <p:restoredTop sz="88560" autoAdjust="0"/>
  </p:normalViewPr>
  <p:slideViewPr>
    <p:cSldViewPr snapToGrid="0">
      <p:cViewPr varScale="1">
        <p:scale>
          <a:sx n="38" d="100"/>
          <a:sy n="38" d="100"/>
        </p:scale>
        <p:origin x="1027" y="67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1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8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5.jpeg"/><Relationship Id="rId4" Type="http://schemas.openxmlformats.org/officeDocument/2006/relationships/image" Target="../media/image54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2.png"/><Relationship Id="rId5" Type="http://schemas.openxmlformats.org/officeDocument/2006/relationships/image" Target="../media/image47.png"/><Relationship Id="rId4" Type="http://schemas.openxmlformats.org/officeDocument/2006/relationships/image" Target="../media/image59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4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6.jp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161054" y="7892626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812610" y="7892709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792921" y="4909252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161054" y="4909252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sp>
        <p:nvSpPr>
          <p:cNvPr id="5" name="Henrike Zschach">
            <a:extLst>
              <a:ext uri="{FF2B5EF4-FFF2-40B4-BE49-F238E27FC236}">
                <a16:creationId xmlns:a16="http://schemas.microsoft.com/office/drawing/2014/main" id="{CDF91F0D-1DEC-5DE9-9B51-4383BF559333}"/>
              </a:ext>
            </a:extLst>
          </p:cNvPr>
          <p:cNvSpPr txBox="1"/>
          <p:nvPr/>
        </p:nvSpPr>
        <p:spPr>
          <a:xfrm>
            <a:off x="14972674" y="12053945"/>
            <a:ext cx="246221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Valentina Sora</a:t>
            </a:r>
            <a:endParaRPr dirty="0"/>
          </a:p>
        </p:txBody>
      </p:sp>
      <p:sp>
        <p:nvSpPr>
          <p:cNvPr id="10" name="XXXXXX XXXXXX">
            <a:extLst>
              <a:ext uri="{FF2B5EF4-FFF2-40B4-BE49-F238E27FC236}">
                <a16:creationId xmlns:a16="http://schemas.microsoft.com/office/drawing/2014/main" id="{82DEC4F7-19C0-55A4-DBF1-A767BD67D2DF}"/>
              </a:ext>
            </a:extLst>
          </p:cNvPr>
          <p:cNvSpPr txBox="1"/>
          <p:nvPr/>
        </p:nvSpPr>
        <p:spPr>
          <a:xfrm>
            <a:off x="19399006" y="12064013"/>
            <a:ext cx="2662588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David </a:t>
            </a:r>
            <a:r>
              <a:rPr lang="en-US" dirty="0" err="1"/>
              <a:t>Galligani</a:t>
            </a:r>
            <a:r>
              <a:rPr lang="en-US" dirty="0"/>
              <a:t>*</a:t>
            </a:r>
            <a:endParaRPr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92132B2-1540-CD25-98A8-406E9F1C08FA}"/>
              </a:ext>
            </a:extLst>
          </p:cNvPr>
          <p:cNvGrpSpPr>
            <a:grpSpLocks noChangeAspect="1"/>
          </p:cNvGrpSpPr>
          <p:nvPr/>
        </p:nvGrpSpPr>
        <p:grpSpPr>
          <a:xfrm>
            <a:off x="19174996" y="8858043"/>
            <a:ext cx="2802032" cy="2787003"/>
            <a:chOff x="19304081" y="9418671"/>
            <a:chExt cx="3007744" cy="2991612"/>
          </a:xfrm>
        </p:grpSpPr>
        <p:sp>
          <p:nvSpPr>
            <p:cNvPr id="20" name="Group">
              <a:extLst>
                <a:ext uri="{FF2B5EF4-FFF2-40B4-BE49-F238E27FC236}">
                  <a16:creationId xmlns:a16="http://schemas.microsoft.com/office/drawing/2014/main" id="{7A621F1C-1E10-44B5-552E-E251B8F9CBF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335215" y="9433673"/>
              <a:ext cx="2976610" cy="2976610"/>
            </a:xfrm>
            <a:prstGeom prst="ellipse">
              <a:avLst/>
            </a:prstGeom>
            <a:solidFill>
              <a:srgbClr val="D6D6D6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999999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21" name="Circle">
              <a:extLst>
                <a:ext uri="{FF2B5EF4-FFF2-40B4-BE49-F238E27FC236}">
                  <a16:creationId xmlns:a16="http://schemas.microsoft.com/office/drawing/2014/main" id="{D37C1E41-DD2C-D12E-4B2E-23CD62894F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304081" y="9418671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1" name="Picture 10" descr="A person with long curly hair&#10;&#10;Description automatically generated">
            <a:extLst>
              <a:ext uri="{FF2B5EF4-FFF2-40B4-BE49-F238E27FC236}">
                <a16:creationId xmlns:a16="http://schemas.microsoft.com/office/drawing/2014/main" id="{27FF2DFE-9F3D-BDD5-648E-0E6B6CAD8ED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5000" contras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598" t="-24" r="18063" b="4646"/>
          <a:stretch/>
        </p:blipFill>
        <p:spPr>
          <a:xfrm>
            <a:off x="14780769" y="8882950"/>
            <a:ext cx="2775876" cy="2773027"/>
          </a:xfrm>
          <a:prstGeom prst="ellipse">
            <a:avLst/>
          </a:prstGeom>
        </p:spPr>
      </p:pic>
      <p:sp>
        <p:nvSpPr>
          <p:cNvPr id="12" name="Circle">
            <a:extLst>
              <a:ext uri="{FF2B5EF4-FFF2-40B4-BE49-F238E27FC236}">
                <a16:creationId xmlns:a16="http://schemas.microsoft.com/office/drawing/2014/main" id="{E1FA89DA-55EC-9F44-02B2-FDF2C72B116E}"/>
              </a:ext>
            </a:extLst>
          </p:cNvPr>
          <p:cNvSpPr>
            <a:spLocks noChangeAspect="1"/>
          </p:cNvSpPr>
          <p:nvPr/>
        </p:nvSpPr>
        <p:spPr>
          <a:xfrm>
            <a:off x="14773023" y="8882854"/>
            <a:ext cx="2775876" cy="2773138"/>
          </a:xfrm>
          <a:prstGeom prst="ellipse">
            <a:avLst/>
          </a:prstGeom>
          <a:ln w="25400">
            <a:solidFill>
              <a:srgbClr val="A0B7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2" name="Picture 21" descr="A person with a beard&#10;&#10;Description automatically generated">
            <a:extLst>
              <a:ext uri="{FF2B5EF4-FFF2-40B4-BE49-F238E27FC236}">
                <a16:creationId xmlns:a16="http://schemas.microsoft.com/office/drawing/2014/main" id="{AA172052-919B-C259-0C67-02277CA524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997" y="8977255"/>
            <a:ext cx="2528426" cy="252842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connected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/>
              <a:t>new_recipy</a:t>
            </a:r>
            <a:r>
              <a:rPr dirty="0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81842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80454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quit less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 </a:t>
            </a:r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980618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1246477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564099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873576"/>
            <a:ext cx="4574454" cy="42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t>Can be overwhelming</a:t>
            </a:r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106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12364</TotalTime>
  <Words>8185</Words>
  <Application>Microsoft Office PowerPoint</Application>
  <PresentationFormat>Custom</PresentationFormat>
  <Paragraphs>1678</Paragraphs>
  <Slides>108</Slides>
  <Notes>108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9" baseType="lpstr"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78</cp:revision>
  <dcterms:modified xsi:type="dcterms:W3CDTF">2024-04-04T11:23:28Z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