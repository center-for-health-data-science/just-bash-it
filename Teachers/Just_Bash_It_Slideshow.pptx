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7"/>
    <p:restoredTop sz="85340" autoAdjust="0"/>
  </p:normalViewPr>
  <p:slideViewPr>
    <p:cSldViewPr snapToGrid="0">
      <p:cViewPr varScale="1">
        <p:scale>
          <a:sx n="36" d="100"/>
          <a:sy n="36" d="100"/>
        </p:scale>
        <p:origin x="1454" y="3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1" y="2922720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80" y="10787753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1508317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053402"/>
            <a:ext cx="2306443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.TAR.GZ</a:t>
            </a:r>
            <a:endParaRPr lang="en-US" dirty="0"/>
          </a:p>
          <a:p>
            <a:r>
              <a:rPr lang="da-DK" dirty="0"/>
              <a:t>.</a:t>
            </a:r>
            <a:r>
              <a:rPr lang="da-DK" dirty="0" err="1"/>
              <a:t>tgz</a:t>
            </a:r>
            <a:endParaRPr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573393" cy="7960668"/>
            <a:chOff x="1235705" y="4680742"/>
            <a:chExt cx="10573393" cy="796066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1614892" y="507110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14424</TotalTime>
  <Words>8314</Words>
  <Application>Microsoft Office PowerPoint</Application>
  <PresentationFormat>Custom</PresentationFormat>
  <Paragraphs>1703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98</cp:revision>
  <dcterms:modified xsi:type="dcterms:W3CDTF">2024-09-18T12:53:11Z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