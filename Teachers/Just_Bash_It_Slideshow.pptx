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29" r:id="rId108"/>
    <p:sldId id="370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B7FF"/>
    <a:srgbClr val="D8C1FF"/>
    <a:srgbClr val="374556"/>
    <a:srgbClr val="FFA7C0"/>
    <a:srgbClr val="FF6966"/>
    <a:srgbClr val="F0CEFF"/>
    <a:srgbClr val="D4A5FF"/>
    <a:srgbClr val="B4C9FF"/>
    <a:srgbClr val="8EB4E3"/>
    <a:srgbClr val="9CC9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41"/>
    <p:restoredTop sz="85360" autoAdjust="0"/>
  </p:normalViewPr>
  <p:slideViewPr>
    <p:cSldViewPr snapToGrid="0">
      <p:cViewPr>
        <p:scale>
          <a:sx n="49" d="100"/>
          <a:sy n="49" d="100"/>
        </p:scale>
        <p:origin x="448" y="2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8.jp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900125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2231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5DB9084-D3F6-86CE-AE4D-A7052FC372E0}"/>
              </a:ext>
            </a:extLst>
          </p:cNvPr>
          <p:cNvSpPr txBox="1">
            <a:spLocks/>
          </p:cNvSpPr>
          <p:nvPr/>
        </p:nvSpPr>
        <p:spPr>
          <a:xfrm>
            <a:off x="23627966" y="12949908"/>
            <a:ext cx="327295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14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096427" cy="48912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' and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1737483" y="9678158"/>
            <a:ext cx="12184380" cy="273825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4" y="3718025"/>
            <a:ext cx="10382518" cy="3275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 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921173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102542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4374434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75842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2780765"/>
            <a:ext cx="12388941" cy="92001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21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29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33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34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5413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38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40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7002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948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586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3061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8108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6734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43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934246" y="5982718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122980" y="6867916"/>
            <a:ext cx="370948" cy="805614"/>
            <a:chOff x="0" y="-1"/>
            <a:chExt cx="370947" cy="805613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0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757904" y="6867918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285434" y="9552040"/>
            <a:ext cx="0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285434" y="8326854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096170" y="5096083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116375" y="6317993"/>
            <a:ext cx="0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46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19944241" y="8385915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19944241" y="9558224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47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6494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48</a:t>
            </a:r>
          </a:p>
        </p:txBody>
      </p:sp>
      <p:sp>
        <p:nvSpPr>
          <p:cNvPr id="3" name="SCRATCH">
            <a:extLst>
              <a:ext uri="{FF2B5EF4-FFF2-40B4-BE49-F238E27FC236}">
                <a16:creationId xmlns:a16="http://schemas.microsoft.com/office/drawing/2014/main" id="{B1957BA3-1737-BAA4-44DB-CD6F2FF40C37}"/>
              </a:ext>
            </a:extLst>
          </p:cNvPr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history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51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53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1" y="2922720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80" y="10787753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1508317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8589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8589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858909" y="9053402"/>
            <a:ext cx="2306443" cy="132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.TAR.GZ</a:t>
            </a:r>
            <a:endParaRPr lang="en-US" dirty="0"/>
          </a:p>
          <a:p>
            <a:r>
              <a:rPr lang="da-DK" dirty="0"/>
              <a:t>.</a:t>
            </a:r>
            <a:r>
              <a:rPr lang="da-DK" dirty="0" err="1"/>
              <a:t>tgz</a:t>
            </a:r>
            <a:endParaRPr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 dirty="0"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748E786A-5421-BC4B-8650-C624C03CD0B6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chemeClr val="bg1"/>
                </a:solidFill>
              </a:rPr>
              <a:pPr/>
              <a:t>61</a:t>
            </a:fld>
            <a:endParaRPr lang="da-DK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66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446381" y="1021119"/>
            <a:ext cx="1132617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STREAM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573393" cy="7960668"/>
            <a:chOff x="1235705" y="4680742"/>
            <a:chExt cx="10573393" cy="796066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1614892" y="507110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14442</TotalTime>
  <Words>8319</Words>
  <Application>Microsoft Macintosh PowerPoint</Application>
  <PresentationFormat>Custom</PresentationFormat>
  <Paragraphs>1705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1" baseType="lpstr">
      <vt:lpstr>Arial Unicode MS</vt:lpstr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Thilde Bagger Terkelsen</cp:lastModifiedBy>
  <cp:revision>101</cp:revision>
  <dcterms:modified xsi:type="dcterms:W3CDTF">2024-09-20T09:44:44Z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