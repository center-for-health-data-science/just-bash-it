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7"/>
    <p:restoredTop sz="85340" autoAdjust="0"/>
  </p:normalViewPr>
  <p:slideViewPr>
    <p:cSldViewPr snapToGrid="0">
      <p:cViewPr varScale="1">
        <p:scale>
          <a:sx n="30" d="100"/>
          <a:sy n="30" d="100"/>
        </p:scale>
        <p:origin x="1531" y="29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888725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1011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5DB9084-D3F6-86CE-AE4D-A7052FC372E0}"/>
              </a:ext>
            </a:extLst>
          </p:cNvPr>
          <p:cNvSpPr txBox="1">
            <a:spLocks/>
          </p:cNvSpPr>
          <p:nvPr/>
        </p:nvSpPr>
        <p:spPr>
          <a:xfrm>
            <a:off x="23627966" y="12949908"/>
            <a:ext cx="327295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14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21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29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33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34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38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40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43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46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47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48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51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53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1" y="2922720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80" y="10787753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1508317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8589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8589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858909" y="9053402"/>
            <a:ext cx="2306443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.TAR.GZ</a:t>
            </a:r>
            <a:endParaRPr lang="en-US" dirty="0"/>
          </a:p>
          <a:p>
            <a:r>
              <a:rPr lang="da-DK" dirty="0"/>
              <a:t>.</a:t>
            </a:r>
            <a:r>
              <a:rPr lang="da-DK" dirty="0" err="1"/>
              <a:t>tgz</a:t>
            </a:r>
            <a:endParaRPr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 dirty="0"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748E786A-5421-BC4B-8650-C624C03CD0B6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chemeClr val="bg1"/>
                </a:solidFill>
              </a:rPr>
              <a:pPr/>
              <a:t>61</a:t>
            </a:fld>
            <a:endParaRPr lang="da-DK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66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573393" cy="7960668"/>
            <a:chOff x="1235705" y="4680742"/>
            <a:chExt cx="10573393" cy="796066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1614892" y="507110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14437</TotalTime>
  <Words>8316</Words>
  <Application>Microsoft Office PowerPoint</Application>
  <PresentationFormat>Custom</PresentationFormat>
  <Paragraphs>1705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100</cp:revision>
  <dcterms:modified xsi:type="dcterms:W3CDTF">2024-09-19T11:45:50Z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