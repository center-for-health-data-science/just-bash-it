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67" r:id="rId73"/>
    <p:sldId id="307" r:id="rId74"/>
    <p:sldId id="363" r:id="rId75"/>
    <p:sldId id="364" r:id="rId76"/>
    <p:sldId id="373" r:id="rId77"/>
    <p:sldId id="362" r:id="rId78"/>
    <p:sldId id="366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29" r:id="rId108"/>
    <p:sldId id="370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B7FF"/>
    <a:srgbClr val="D8C1FF"/>
    <a:srgbClr val="374556"/>
    <a:srgbClr val="FFA7C0"/>
    <a:srgbClr val="FF6966"/>
    <a:srgbClr val="F0CEFF"/>
    <a:srgbClr val="D4A5FF"/>
    <a:srgbClr val="B4C9FF"/>
    <a:srgbClr val="8EB4E3"/>
    <a:srgbClr val="9CC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27"/>
    <p:restoredTop sz="67200" autoAdjust="0"/>
  </p:normalViewPr>
  <p:slideViewPr>
    <p:cSldViewPr snapToGrid="0">
      <p:cViewPr>
        <p:scale>
          <a:sx n="32" d="100"/>
          <a:sy n="32" d="100"/>
        </p:scale>
        <p:origin x="1536" y="30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8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096427" cy="4891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' and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1737483" y="9678158"/>
            <a:ext cx="12184380" cy="27382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4" y="3718025"/>
            <a:ext cx="10382518" cy="3275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 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921173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102542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4374434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7584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2780765"/>
            <a:ext cx="12388941" cy="92001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recipes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0901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3970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61191" y="10223316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/>
        </p:nvGraphicFramePr>
        <p:xfrm>
          <a:off x="5040210" y="69370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73201" y="3280487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9545" y="3976821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</a:p>
        </p:txBody>
      </p:sp>
      <p:sp>
        <p:nvSpPr>
          <p:cNvPr id="1451" name="TextBox 90"/>
          <p:cNvSpPr txBox="1"/>
          <p:nvPr/>
        </p:nvSpPr>
        <p:spPr>
          <a:xfrm>
            <a:off x="5049545" y="1082704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 &gt; myfile_small.txt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4884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9940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256602"/>
            <a:ext cx="2306443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.TAR.GZ</a:t>
            </a:r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76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14317</TotalTime>
  <Words>8305</Words>
  <Application>Microsoft Macintosh PowerPoint</Application>
  <PresentationFormat>Custom</PresentationFormat>
  <Paragraphs>1706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1" baseType="lpstr">
      <vt:lpstr>Arial Unicode MS</vt:lpstr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Thilde Bagger Terkelsen</cp:lastModifiedBy>
  <cp:revision>91</cp:revision>
  <dcterms:modified xsi:type="dcterms:W3CDTF">2024-09-18T09:47:41Z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